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4"/>
    <p:sldMasterId id="2147483661" r:id="rId5"/>
  </p:sldMasterIdLst>
  <p:notesMasterIdLst>
    <p:notesMasterId r:id="rId9"/>
  </p:notesMasterIdLst>
  <p:sldIdLst>
    <p:sldId id="489" r:id="rId6"/>
    <p:sldId id="490" r:id="rId7"/>
    <p:sldId id="491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hh6p8zwritav4feo0PmEB0CchB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AEAA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0269A-DF99-2D65-860F-8EB483350ACC}" v="72" dt="2025-11-07T01:50:05.427"/>
  </p1510:revLst>
</p1510:revInfo>
</file>

<file path=ppt/tableStyles.xml><?xml version="1.0" encoding="utf-8"?>
<a:tblStyleLst xmlns:a="http://schemas.openxmlformats.org/drawingml/2006/main" def="{BE24CAD0-9B1A-48FA-B5F0-4017004A009C}">
  <a:tblStyle styleId="{BE24CAD0-9B1A-48FA-B5F0-4017004A009C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4126C79-9DDB-4944-86EA-05EA44FA0D6B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F32DA17-5E74-4BDB-82E2-5F75A7F41E98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AC34860-93B6-429A-9CBE-D8EE26E9B93E}" styleName="Table_3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EBB475B-8451-44E2-AB3F-93A39806E244}" styleName="Table_4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55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57" Type="http://schemas.microsoft.com/office/2015/10/relationships/revisionInfo" Target="revisionInfo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lang="ko-KR" altLang="en-US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r"/>
            <a:fld id="{00000000-1234-1234-1234-123412341234}" type="slidenum">
              <a:rPr lang="en-US" altLang="ko-KR" sz="1200" smtClean="0">
                <a:solidFill>
                  <a:schemeClr val="dk1"/>
                </a:solidFill>
                <a:cs typeface="Malgun Gothic"/>
                <a:sym typeface="Malgun Gothic"/>
              </a:rPr>
              <a:pPr algn="r"/>
              <a:t>‹#›</a:t>
            </a:fld>
            <a:endParaRPr lang="en-US" sz="120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맑은 고딕" panose="020B0503020000020004" pitchFamily="50" charset="-127"/>
        <a:ea typeface="맑은 고딕" panose="020B0503020000020004" pitchFamily="50" charset="-12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0638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0056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b5d807d25a_29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1b5d807d25a_29_63:notes"/>
          <p:cNvSpPr txBox="1">
            <a:spLocks noGrp="1"/>
          </p:cNvSpPr>
          <p:nvPr>
            <p:ph type="body" idx="1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1" name="Google Shape;401;g1b5d807d25a_29_63:notes"/>
          <p:cNvSpPr txBox="1">
            <a:spLocks noGrp="1"/>
          </p:cNvSpPr>
          <p:nvPr>
            <p:ph type="sldNum" idx="12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171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122B0E2-DD88-4402-8002-2749C162CE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71" y="-8546"/>
            <a:ext cx="12189729" cy="6868912"/>
          </a:xfrm>
          <a:prstGeom prst="rect">
            <a:avLst/>
          </a:prstGeom>
        </p:spPr>
      </p:pic>
      <p:sp>
        <p:nvSpPr>
          <p:cNvPr id="100" name="Google Shape;100;g1a52fff9953_12_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1a52fff9953_12_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g1a52fff9953_12_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1a52fff9953_12_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1a52fff9953_12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a52fff9953_12_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1a52fff9953_12_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g1a52fff9953_12_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1a52fff9953_12_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1a52fff9953_12_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a52fff9953_12_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1a52fff9953_12_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g1a52fff9953_12_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g1a52fff9953_12_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1a52fff9953_12_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1a52fff9953_12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a52fff9953_12_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1a52fff9953_12_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g1a52fff9953_12_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g1a52fff9953_12_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3" name="Google Shape;123;g1a52fff9953_12_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g1a52fff9953_12_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g1a52fff9953_12_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1a52fff9953_12_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a52fff9953_12_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1a52fff9953_12_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1a52fff9953_12_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1a52fff9953_12_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a52fff9953_12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1a52fff9953_12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1a52fff9953_12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a52fff9953_12_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1a52fff9953_12_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9" name="Google Shape;139;g1a52fff9953_12_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0" name="Google Shape;140;g1a52fff9953_12_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1a52fff9953_12_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1a52fff9953_12_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a52fff9953_12_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1a52fff9953_12_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g1a52fff9953_12_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7" name="Google Shape;147;g1a52fff9953_12_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1a52fff9953_12_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1a52fff9953_12_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a52fff9953_12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g1a52fff9953_12_6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g1a52fff9953_12_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1a52fff9953_12_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1a52fff9953_12_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a52fff9953_12_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g1a52fff9953_12_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g1a52fff9953_12_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g1a52fff9953_12_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1a52fff9953_12_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926541"/>
            <a:ext cx="10972800" cy="1663044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735636"/>
            <a:ext cx="10972800" cy="474663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8A0EC6-5648-844A-8827-911B00959032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849934F-55C5-A548-E041-1CB8C42DF0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92654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166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3537"/>
            <a:ext cx="10972800" cy="123048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21325FB-E0FE-AAA4-853C-618899B58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665" y="1610518"/>
            <a:ext cx="6970824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2B210CD-96D1-D9FB-6DF0-62266CCB6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664" y="2222065"/>
            <a:ext cx="6970825" cy="702959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7745948-92EA-3E8A-1DBC-45422E91850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80323" y="3143243"/>
            <a:ext cx="6139069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7155554-9334-F8D5-FA7F-80CF2FB3BC78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1580323" y="3754790"/>
            <a:ext cx="6139068" cy="702959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44C718E-DBD5-B640-39D2-7860AFE27FF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60666" y="4717060"/>
            <a:ext cx="6970823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B073C5F-2FFF-4B6A-E630-E112FB5B952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960666" y="5328607"/>
            <a:ext cx="6970822" cy="702959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9276F28-A527-C906-EE7C-5440E0C56B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31490" y="2031153"/>
            <a:ext cx="3650910" cy="365091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30843267-C01A-455A-D8A3-E8A7C6CFB0F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fld id="{AA8A0EC6-5648-844A-8827-911B00959032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DAE6A71-9FA2-20A0-D992-DEBF7FF3301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5D3E6-EA9D-9DE8-6317-6DF86AEEDB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9138" y="6538913"/>
            <a:ext cx="3243262" cy="1825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4821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3537"/>
            <a:ext cx="10972800" cy="123048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791D4-7662-2DFB-077F-25FC6921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8A0EC6-5648-844A-8827-911B00959032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87723-B8F5-CDD2-6B9D-229B99F0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2C780-6C1C-A81B-5B9E-735DFD6F43D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369902" y="2185522"/>
            <a:ext cx="3452196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29AB7CE-949B-41D7-A673-06B30968CD01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369902" y="2797069"/>
            <a:ext cx="3452194" cy="830639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C6C789A-7FB2-432A-6019-3F62E5386F29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987745" y="2185522"/>
            <a:ext cx="3452196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672CBAF-4BDE-95E9-99A1-9EDDBDEF84DC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7987745" y="2797069"/>
            <a:ext cx="3452194" cy="830639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F48CE7A-5E89-3480-B862-44BFAC429981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761997" y="2185521"/>
            <a:ext cx="3452196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8CF0CF5-EF6E-47A1-80D2-088122A0E64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61997" y="2797068"/>
            <a:ext cx="3452194" cy="830639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EA2C811-2433-C4B8-E818-972740C4960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9600" y="5692875"/>
            <a:ext cx="10972800" cy="53949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43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3537"/>
            <a:ext cx="10972800" cy="123048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791D4-7662-2DFB-077F-25FC6921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8A0EC6-5648-844A-8827-911B00959032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87723-B8F5-CDD2-6B9D-229B99F0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21325FB-E0FE-AAA4-853C-618899B58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665" y="1611728"/>
            <a:ext cx="6922301" cy="562749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2B210CD-96D1-D9FB-6DF0-62266CCB6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665" y="2178669"/>
            <a:ext cx="6922300" cy="83701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9276F28-A527-C906-EE7C-5440E0C56B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31490" y="2031153"/>
            <a:ext cx="3650910" cy="3650910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2E382-FE6E-A17E-2B3A-9F3E4C7A7D2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1146198" y="3092460"/>
            <a:ext cx="6736768" cy="622646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18A7E81-D817-3ABE-B656-52FF60EF0205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1146197" y="3689968"/>
            <a:ext cx="6736767" cy="926101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347DD8-16D7-B434-07E6-BD26F45B6DE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1378113" y="4763061"/>
            <a:ext cx="6504852" cy="5819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7114E8C-EF4A-11ED-19FB-2D8B5FEC3A69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1378112" y="5380382"/>
            <a:ext cx="6504851" cy="865633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31F54DF-E984-A005-B56B-B62147C13B6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39138" y="6538913"/>
            <a:ext cx="3243262" cy="1825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7160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3537"/>
            <a:ext cx="10972800" cy="123048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791D4-7662-2DFB-077F-25FC6921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8A0EC6-5648-844A-8827-911B00959032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87723-B8F5-CDD2-6B9D-229B99F0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21325FB-E0FE-AAA4-853C-618899B58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2439" y="1925949"/>
            <a:ext cx="5157787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2B210CD-96D1-D9FB-6DF0-62266CCB6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439" y="2537496"/>
            <a:ext cx="5157786" cy="88325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2E382-FE6E-A17E-2B3A-9F3E4C7A7D2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426387" y="1925949"/>
            <a:ext cx="5157787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18A7E81-D817-3ABE-B656-52FF60EF0205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426387" y="2537496"/>
            <a:ext cx="5157786" cy="88325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347DD8-16D7-B434-07E6-BD26F45B6DE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960665" y="3752680"/>
            <a:ext cx="5157787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7114E8C-EF4A-11ED-19FB-2D8B5FEC3A69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60665" y="4364227"/>
            <a:ext cx="5157786" cy="88325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1C98F61-9164-7CDA-F0A4-B90327F23F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26200" y="3752850"/>
            <a:ext cx="5156200" cy="24574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2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BA23-25B7-954B-D646-B91AE038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3537"/>
            <a:ext cx="7362553" cy="123048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791D4-7662-2DFB-077F-25FC6921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8A0EC6-5648-844A-8827-911B00959032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87723-B8F5-CDD2-6B9D-229B99F0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21325FB-E0FE-AAA4-853C-618899B58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665" y="1925949"/>
            <a:ext cx="3259182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2B210CD-96D1-D9FB-6DF0-62266CCB6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665" y="2537496"/>
            <a:ext cx="3259180" cy="1215184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2E382-FE6E-A17E-2B3A-9F3E4C7A7D21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712973" y="1925949"/>
            <a:ext cx="3259182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18A7E81-D817-3ABE-B656-52FF60EF0205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712973" y="2537495"/>
            <a:ext cx="3259180" cy="119747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347DD8-16D7-B434-07E6-BD26F45B6DE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960665" y="3752680"/>
            <a:ext cx="7011488" cy="593840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7114E8C-EF4A-11ED-19FB-2D8B5FEC3A69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960665" y="4364227"/>
            <a:ext cx="7011488" cy="88325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BB6EDE2-F53E-7B97-FF80-7764EECA4CC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5188" y="0"/>
            <a:ext cx="3706812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21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81E5-DE3E-1E52-3179-344AB5B2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3537"/>
            <a:ext cx="10972800" cy="123048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9A41B8-CF99-8A7C-E16D-CFEF1E099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8A0EC6-5648-844A-8827-911B00959032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989524-6BA7-0F2E-1749-175C6928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574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6759F-66EA-8EE3-A2F4-F15BA2F9B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8A0EC6-5648-844A-8827-911B00959032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48357-3F2C-483C-C0FC-FD9FB673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30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4A77-C0EC-E90C-087A-E71757299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926541"/>
            <a:ext cx="10972800" cy="1663044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AB453-76B0-1DBA-9EE3-645CA9804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735636"/>
            <a:ext cx="10972800" cy="474663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29D4B-20DA-C5A9-370C-5C556DC7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8A0EC6-5648-844A-8827-911B00959032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3F1A-779F-4295-3160-E943DBC0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849934F-55C5-A548-E041-1CB8C42DF0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92654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03092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a52fff9953_1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g1a52fff9953_1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0" name="Google Shape;90;g1a52fff9953_12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lang="ko-KR" altLang="en-US"/>
          </a:p>
        </p:txBody>
      </p:sp>
      <p:sp>
        <p:nvSpPr>
          <p:cNvPr id="91" name="Google Shape;91;g1a52fff9953_12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 lang="ko-KR" altLang="en-US"/>
          </a:p>
        </p:txBody>
      </p:sp>
      <p:sp>
        <p:nvSpPr>
          <p:cNvPr id="92" name="Google Shape;92;g1a52fff9953_12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64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71" r:id="rId9"/>
    <p:sldLayoutId id="2147483672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맑은 고딕" panose="020B0503020000020004" pitchFamily="50" charset="-127"/>
          <a:ea typeface="맑은 고딕" panose="020B0503020000020004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맑은 고딕" panose="020B0503020000020004" pitchFamily="50" charset="-127"/>
          <a:ea typeface="맑은 고딕" panose="020B0503020000020004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57E25-C674-3745-6594-912F15B98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1847056"/>
            <a:ext cx="106299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64DF9-DAEC-F283-848F-16438F855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A8A0EC6-5648-844A-8827-911B00959032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2390A06B-2D1F-A145-446B-BF268052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3537"/>
            <a:ext cx="10629900" cy="1236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D227A9A-BF27-C878-C29C-004A9358C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3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MV Boli" panose="0200050003020009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">
          <p15:clr>
            <a:srgbClr val="F26B43"/>
          </p15:clr>
        </p15:guide>
        <p15:guide id="2" pos="384">
          <p15:clr>
            <a:srgbClr val="F26B43"/>
          </p15:clr>
        </p15:guide>
        <p15:guide id="3" pos="600">
          <p15:clr>
            <a:srgbClr val="F26B43"/>
          </p15:clr>
        </p15:guide>
        <p15:guide id="4" pos="7296">
          <p15:clr>
            <a:srgbClr val="F26B43"/>
          </p15:clr>
        </p15:guide>
        <p15:guide id="5" orient="horz" pos="3912">
          <p15:clr>
            <a:srgbClr val="F26B43"/>
          </p15:clr>
        </p15:guide>
        <p15:guide id="6" orient="horz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428;g1b5d807d25a_29_83">
            <a:extLst>
              <a:ext uri="{FF2B5EF4-FFF2-40B4-BE49-F238E27FC236}">
                <a16:creationId xmlns:a16="http://schemas.microsoft.com/office/drawing/2014/main" id="{AC7D56BA-560F-7295-93C8-C9A5C47F82D4}"/>
              </a:ext>
            </a:extLst>
          </p:cNvPr>
          <p:cNvCxnSpPr/>
          <p:nvPr/>
        </p:nvCxnSpPr>
        <p:spPr>
          <a:xfrm>
            <a:off x="382521" y="752601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429;g1b5d807d25a_29_83">
            <a:extLst>
              <a:ext uri="{FF2B5EF4-FFF2-40B4-BE49-F238E27FC236}">
                <a16:creationId xmlns:a16="http://schemas.microsoft.com/office/drawing/2014/main" id="{0E0FD90F-7C57-0C55-C0D0-38C4FB771774}"/>
              </a:ext>
            </a:extLst>
          </p:cNvPr>
          <p:cNvSpPr txBox="1"/>
          <p:nvPr/>
        </p:nvSpPr>
        <p:spPr>
          <a:xfrm>
            <a:off x="382521" y="724570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Day1 - </a:t>
            </a:r>
            <a:r>
              <a:rPr lang="ko-KR" altLang="en-US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조별 </a:t>
            </a:r>
            <a:r>
              <a:rPr lang="en-US" altLang="ko-KR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R&amp;R </a:t>
            </a:r>
            <a:r>
              <a:rPr lang="ko-KR" altLang="en-US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정의서</a:t>
            </a:r>
            <a:endParaRPr sz="1600" b="1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64D3EF7-0C7C-8CE3-2CD6-44E1BF972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38135"/>
              </p:ext>
            </p:extLst>
          </p:nvPr>
        </p:nvGraphicFramePr>
        <p:xfrm>
          <a:off x="618386" y="1050455"/>
          <a:ext cx="10925916" cy="5051963"/>
        </p:xfrm>
        <a:graphic>
          <a:graphicData uri="http://schemas.openxmlformats.org/drawingml/2006/table">
            <a:tbl>
              <a:tblPr firstRow="1" bandRow="1">
                <a:tableStyleId>{6F32DA17-5E74-4BDB-82E2-5F75A7F41E98}</a:tableStyleId>
              </a:tblPr>
              <a:tblGrid>
                <a:gridCol w="1820986">
                  <a:extLst>
                    <a:ext uri="{9D8B030D-6E8A-4147-A177-3AD203B41FA5}">
                      <a16:colId xmlns:a16="http://schemas.microsoft.com/office/drawing/2014/main" val="1936137407"/>
                    </a:ext>
                  </a:extLst>
                </a:gridCol>
                <a:gridCol w="1405264">
                  <a:extLst>
                    <a:ext uri="{9D8B030D-6E8A-4147-A177-3AD203B41FA5}">
                      <a16:colId xmlns:a16="http://schemas.microsoft.com/office/drawing/2014/main" val="3776787363"/>
                    </a:ext>
                  </a:extLst>
                </a:gridCol>
                <a:gridCol w="1593638">
                  <a:extLst>
                    <a:ext uri="{9D8B030D-6E8A-4147-A177-3AD203B41FA5}">
                      <a16:colId xmlns:a16="http://schemas.microsoft.com/office/drawing/2014/main" val="367042655"/>
                    </a:ext>
                  </a:extLst>
                </a:gridCol>
                <a:gridCol w="2178262">
                  <a:extLst>
                    <a:ext uri="{9D8B030D-6E8A-4147-A177-3AD203B41FA5}">
                      <a16:colId xmlns:a16="http://schemas.microsoft.com/office/drawing/2014/main" val="367195795"/>
                    </a:ext>
                  </a:extLst>
                </a:gridCol>
                <a:gridCol w="2379519">
                  <a:extLst>
                    <a:ext uri="{9D8B030D-6E8A-4147-A177-3AD203B41FA5}">
                      <a16:colId xmlns:a16="http://schemas.microsoft.com/office/drawing/2014/main" val="268400443"/>
                    </a:ext>
                  </a:extLst>
                </a:gridCol>
                <a:gridCol w="1548247">
                  <a:extLst>
                    <a:ext uri="{9D8B030D-6E8A-4147-A177-3AD203B41FA5}">
                      <a16:colId xmlns:a16="http://schemas.microsoft.com/office/drawing/2014/main" val="2451950652"/>
                    </a:ext>
                  </a:extLst>
                </a:gridCol>
              </a:tblGrid>
              <a:tr h="516184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 dirty="0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조원별</a:t>
                      </a:r>
                      <a:endParaRPr lang="ko-KR" altLang="en-US" sz="1400" b="1" u="none" strike="noStrike" cap="none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u="none" strike="noStrike" cap="none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R&amp;R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 dirty="0" err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조원명</a:t>
                      </a:r>
                      <a:endParaRPr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day1/agent.py</a:t>
                      </a:r>
                      <a:endParaRPr lang="ko-KR" altLang="en-US"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day1/impl/agent.py</a:t>
                      </a:r>
                      <a:endParaRPr lang="ko-KR" altLang="en-US"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day/impl/finace_client.py</a:t>
                      </a:r>
                      <a:endParaRPr lang="ko-KR" altLang="en-US"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impl/merge.py</a:t>
                      </a:r>
                      <a:endParaRPr lang="ko-KR" altLang="en-US"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404218"/>
                  </a:ext>
                </a:extLst>
              </a:tr>
              <a:tr h="7144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송경민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DAY1-A-01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DAY1-I-04</a:t>
                      </a:r>
                    </a:p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415464"/>
                  </a:ext>
                </a:extLst>
              </a:tr>
              <a:tr h="7144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김보란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DAY1-A-02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DAY1-I-02</a:t>
                      </a:r>
                    </a:p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450992"/>
                  </a:ext>
                </a:extLst>
              </a:tr>
              <a:tr h="516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이희주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DAY1-A-03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DAY1-I-01</a:t>
                      </a:r>
                    </a:p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942404"/>
                  </a:ext>
                </a:extLst>
              </a:tr>
              <a:tr h="516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이예린</a:t>
                      </a:r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DAY1-A-04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DAY1-M-01</a:t>
                      </a:r>
                    </a:p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109387"/>
                  </a:ext>
                </a:extLst>
              </a:tr>
              <a:tr h="516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김동균</a:t>
                      </a:r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DAY1-A-04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DAY1-M-02</a:t>
                      </a:r>
                    </a:p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529895"/>
                  </a:ext>
                </a:extLst>
              </a:tr>
              <a:tr h="516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이제이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DAY1-A-05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DAY1-F-02</a:t>
                      </a:r>
                    </a:p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750911"/>
                  </a:ext>
                </a:extLst>
              </a:tr>
              <a:tr h="516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유명석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DAY1-A-05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DAY1-F-01</a:t>
                      </a:r>
                    </a:p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598204"/>
                  </a:ext>
                </a:extLst>
              </a:tr>
              <a:tr h="5161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안예은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DAY1-A-06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DAY1-I-03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095922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2D610900-F273-4F5F-882A-E391092FFB4B}"/>
              </a:ext>
            </a:extLst>
          </p:cNvPr>
          <p:cNvSpPr/>
          <p:nvPr/>
        </p:nvSpPr>
        <p:spPr>
          <a:xfrm>
            <a:off x="190501" y="46840"/>
            <a:ext cx="3411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3200" b="1" dirty="0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조별 </a:t>
            </a:r>
            <a:r>
              <a:rPr lang="en-US" altLang="ko-KR" sz="3200" b="1" dirty="0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R&amp;R </a:t>
            </a:r>
            <a:r>
              <a:rPr lang="ko-KR" altLang="en-US" sz="3200" b="1" dirty="0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정의서</a:t>
            </a:r>
            <a:endParaRPr lang="ko-KR" altLang="en-US" sz="3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798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428;g1b5d807d25a_29_83">
            <a:extLst>
              <a:ext uri="{FF2B5EF4-FFF2-40B4-BE49-F238E27FC236}">
                <a16:creationId xmlns:a16="http://schemas.microsoft.com/office/drawing/2014/main" id="{AC7D56BA-560F-7295-93C8-C9A5C47F82D4}"/>
              </a:ext>
            </a:extLst>
          </p:cNvPr>
          <p:cNvCxnSpPr/>
          <p:nvPr/>
        </p:nvCxnSpPr>
        <p:spPr>
          <a:xfrm>
            <a:off x="382521" y="752601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429;g1b5d807d25a_29_83">
            <a:extLst>
              <a:ext uri="{FF2B5EF4-FFF2-40B4-BE49-F238E27FC236}">
                <a16:creationId xmlns:a16="http://schemas.microsoft.com/office/drawing/2014/main" id="{0E0FD90F-7C57-0C55-C0D0-38C4FB771774}"/>
              </a:ext>
            </a:extLst>
          </p:cNvPr>
          <p:cNvSpPr txBox="1"/>
          <p:nvPr/>
        </p:nvSpPr>
        <p:spPr>
          <a:xfrm>
            <a:off x="382521" y="724570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Day2 - </a:t>
            </a:r>
            <a:r>
              <a:rPr lang="ko-KR" altLang="en-US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조별 </a:t>
            </a:r>
            <a:r>
              <a:rPr lang="en-US" altLang="ko-KR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R&amp;R </a:t>
            </a:r>
            <a:r>
              <a:rPr lang="ko-KR" altLang="en-US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정의서</a:t>
            </a:r>
            <a:endParaRPr sz="1600" b="1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64D3EF7-0C7C-8CE3-2CD6-44E1BF972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233501"/>
              </p:ext>
            </p:extLst>
          </p:nvPr>
        </p:nvGraphicFramePr>
        <p:xfrm>
          <a:off x="618386" y="1050455"/>
          <a:ext cx="11028181" cy="5314249"/>
        </p:xfrm>
        <a:graphic>
          <a:graphicData uri="http://schemas.openxmlformats.org/drawingml/2006/table">
            <a:tbl>
              <a:tblPr firstRow="1" bandRow="1">
                <a:tableStyleId>{6F32DA17-5E74-4BDB-82E2-5F75A7F41E98}</a:tableStyleId>
              </a:tblPr>
              <a:tblGrid>
                <a:gridCol w="2141488">
                  <a:extLst>
                    <a:ext uri="{9D8B030D-6E8A-4147-A177-3AD203B41FA5}">
                      <a16:colId xmlns:a16="http://schemas.microsoft.com/office/drawing/2014/main" val="1936137407"/>
                    </a:ext>
                  </a:extLst>
                </a:gridCol>
                <a:gridCol w="1652597">
                  <a:extLst>
                    <a:ext uri="{9D8B030D-6E8A-4147-A177-3AD203B41FA5}">
                      <a16:colId xmlns:a16="http://schemas.microsoft.com/office/drawing/2014/main" val="3776787363"/>
                    </a:ext>
                  </a:extLst>
                </a:gridCol>
                <a:gridCol w="2065139">
                  <a:extLst>
                    <a:ext uri="{9D8B030D-6E8A-4147-A177-3AD203B41FA5}">
                      <a16:colId xmlns:a16="http://schemas.microsoft.com/office/drawing/2014/main" val="367042655"/>
                    </a:ext>
                  </a:extLst>
                </a:gridCol>
                <a:gridCol w="2370632">
                  <a:extLst>
                    <a:ext uri="{9D8B030D-6E8A-4147-A177-3AD203B41FA5}">
                      <a16:colId xmlns:a16="http://schemas.microsoft.com/office/drawing/2014/main" val="367195795"/>
                    </a:ext>
                  </a:extLst>
                </a:gridCol>
                <a:gridCol w="2798325">
                  <a:extLst>
                    <a:ext uri="{9D8B030D-6E8A-4147-A177-3AD203B41FA5}">
                      <a16:colId xmlns:a16="http://schemas.microsoft.com/office/drawing/2014/main" val="268400443"/>
                    </a:ext>
                  </a:extLst>
                </a:gridCol>
              </a:tblGrid>
              <a:tr h="430745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 dirty="0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조원별</a:t>
                      </a:r>
                      <a:endParaRPr lang="ko-KR" altLang="en-US" sz="1400" b="1" u="none" strike="noStrike" cap="none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u="none" strike="noStrike" cap="none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R&amp;R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 dirty="0" err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조원명</a:t>
                      </a:r>
                      <a:endParaRPr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day2/agent.py</a:t>
                      </a:r>
                      <a:endParaRPr lang="ko-KR" altLang="en-US"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day2/impl/build_index.py</a:t>
                      </a:r>
                      <a:endParaRPr lang="ko-KR" altLang="en-US"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day2/impl/embeddings.py</a:t>
                      </a:r>
                      <a:endParaRPr lang="ko-KR" altLang="en-US"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404218"/>
                  </a:ext>
                </a:extLst>
              </a:tr>
              <a:tr h="610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송경민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DAY2-I-01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DAY2-E-03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415464"/>
                  </a:ext>
                </a:extLst>
              </a:tr>
              <a:tr h="610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김보란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DAY2-I-02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DAY2-E-02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450992"/>
                  </a:ext>
                </a:extLst>
              </a:tr>
              <a:tr h="610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이희주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DAY2-I-02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DAY2-E-01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942404"/>
                  </a:ext>
                </a:extLst>
              </a:tr>
              <a:tr h="610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이예린</a:t>
                      </a:r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DAY2-I-02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DAY2-E-02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09387"/>
                  </a:ext>
                </a:extLst>
              </a:tr>
              <a:tr h="610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김동균</a:t>
                      </a:r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DAY2-I-01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DAY2-E-03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29895"/>
                  </a:ext>
                </a:extLst>
              </a:tr>
              <a:tr h="610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이제이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DAY2-I-02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DAY2-E-02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750911"/>
                  </a:ext>
                </a:extLst>
              </a:tr>
              <a:tr h="610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유명석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DAY2-I-01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DAY2-E-03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598204"/>
                  </a:ext>
                </a:extLst>
              </a:tr>
              <a:tr h="6104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안예은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DAY2-A-03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DAY2-I-01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DAY2-E-03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095922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2D610900-F273-4F5F-882A-E391092FFB4B}"/>
              </a:ext>
            </a:extLst>
          </p:cNvPr>
          <p:cNvSpPr/>
          <p:nvPr/>
        </p:nvSpPr>
        <p:spPr>
          <a:xfrm>
            <a:off x="190501" y="46840"/>
            <a:ext cx="3411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3200" b="1" dirty="0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조별 </a:t>
            </a:r>
            <a:r>
              <a:rPr lang="en-US" altLang="ko-KR" sz="3200" b="1" dirty="0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R&amp;R </a:t>
            </a:r>
            <a:r>
              <a:rPr lang="ko-KR" altLang="en-US" sz="3200" b="1" dirty="0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정의서</a:t>
            </a:r>
            <a:endParaRPr lang="ko-KR" altLang="en-US" sz="3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4565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1b5d807d25a_29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7766" y="156121"/>
            <a:ext cx="1313733" cy="301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428;g1b5d807d25a_29_83">
            <a:extLst>
              <a:ext uri="{FF2B5EF4-FFF2-40B4-BE49-F238E27FC236}">
                <a16:creationId xmlns:a16="http://schemas.microsoft.com/office/drawing/2014/main" id="{AC7D56BA-560F-7295-93C8-C9A5C47F82D4}"/>
              </a:ext>
            </a:extLst>
          </p:cNvPr>
          <p:cNvCxnSpPr/>
          <p:nvPr/>
        </p:nvCxnSpPr>
        <p:spPr>
          <a:xfrm>
            <a:off x="382521" y="752601"/>
            <a:ext cx="0" cy="252413"/>
          </a:xfrm>
          <a:prstGeom prst="straightConnector1">
            <a:avLst/>
          </a:prstGeom>
          <a:noFill/>
          <a:ln w="57150" cap="flat" cmpd="sng">
            <a:solidFill>
              <a:srgbClr val="37B2A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429;g1b5d807d25a_29_83">
            <a:extLst>
              <a:ext uri="{FF2B5EF4-FFF2-40B4-BE49-F238E27FC236}">
                <a16:creationId xmlns:a16="http://schemas.microsoft.com/office/drawing/2014/main" id="{0E0FD90F-7C57-0C55-C0D0-38C4FB771774}"/>
              </a:ext>
            </a:extLst>
          </p:cNvPr>
          <p:cNvSpPr txBox="1"/>
          <p:nvPr/>
        </p:nvSpPr>
        <p:spPr>
          <a:xfrm>
            <a:off x="382521" y="724570"/>
            <a:ext cx="8845951" cy="3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altLang="ko-KR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Day3 - </a:t>
            </a:r>
            <a:r>
              <a:rPr lang="ko-KR" altLang="en-US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조별 </a:t>
            </a:r>
            <a:r>
              <a:rPr lang="en-US" altLang="ko-KR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R&amp;R </a:t>
            </a:r>
            <a:r>
              <a:rPr lang="ko-KR" altLang="en-US" sz="1600" b="1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Arial"/>
              </a:rPr>
              <a:t>정의서</a:t>
            </a:r>
            <a:endParaRPr sz="1600" b="1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sym typeface="Arial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64D3EF7-0C7C-8CE3-2CD6-44E1BF972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845893"/>
              </p:ext>
            </p:extLst>
          </p:nvPr>
        </p:nvGraphicFramePr>
        <p:xfrm>
          <a:off x="618386" y="1050455"/>
          <a:ext cx="10925916" cy="5364435"/>
        </p:xfrm>
        <a:graphic>
          <a:graphicData uri="http://schemas.openxmlformats.org/drawingml/2006/table">
            <a:tbl>
              <a:tblPr firstRow="1" bandRow="1">
                <a:tableStyleId>{6F32DA17-5E74-4BDB-82E2-5F75A7F41E98}</a:tableStyleId>
              </a:tblPr>
              <a:tblGrid>
                <a:gridCol w="1820986">
                  <a:extLst>
                    <a:ext uri="{9D8B030D-6E8A-4147-A177-3AD203B41FA5}">
                      <a16:colId xmlns:a16="http://schemas.microsoft.com/office/drawing/2014/main" val="1936137407"/>
                    </a:ext>
                  </a:extLst>
                </a:gridCol>
                <a:gridCol w="1405264">
                  <a:extLst>
                    <a:ext uri="{9D8B030D-6E8A-4147-A177-3AD203B41FA5}">
                      <a16:colId xmlns:a16="http://schemas.microsoft.com/office/drawing/2014/main" val="3776787363"/>
                    </a:ext>
                  </a:extLst>
                </a:gridCol>
                <a:gridCol w="1756064">
                  <a:extLst>
                    <a:ext uri="{9D8B030D-6E8A-4147-A177-3AD203B41FA5}">
                      <a16:colId xmlns:a16="http://schemas.microsoft.com/office/drawing/2014/main" val="367042655"/>
                    </a:ext>
                  </a:extLst>
                </a:gridCol>
                <a:gridCol w="2015836">
                  <a:extLst>
                    <a:ext uri="{9D8B030D-6E8A-4147-A177-3AD203B41FA5}">
                      <a16:colId xmlns:a16="http://schemas.microsoft.com/office/drawing/2014/main" val="367195795"/>
                    </a:ext>
                  </a:extLst>
                </a:gridCol>
                <a:gridCol w="2379519">
                  <a:extLst>
                    <a:ext uri="{9D8B030D-6E8A-4147-A177-3AD203B41FA5}">
                      <a16:colId xmlns:a16="http://schemas.microsoft.com/office/drawing/2014/main" val="268400443"/>
                    </a:ext>
                  </a:extLst>
                </a:gridCol>
                <a:gridCol w="1548247">
                  <a:extLst>
                    <a:ext uri="{9D8B030D-6E8A-4147-A177-3AD203B41FA5}">
                      <a16:colId xmlns:a16="http://schemas.microsoft.com/office/drawing/2014/main" val="2451950652"/>
                    </a:ext>
                  </a:extLst>
                </a:gridCol>
              </a:tblGrid>
              <a:tr h="243795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50" b="1" u="none" strike="noStrike" cap="none" dirty="0" err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조원별</a:t>
                      </a:r>
                      <a:endParaRPr lang="ko-KR" altLang="en-US" sz="1050" b="1" u="none" strike="noStrike" cap="none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50" b="1" u="none" strike="noStrike" cap="none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R&amp;R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1" u="none" strike="noStrike" cap="none" dirty="0" err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조원명</a:t>
                      </a:r>
                      <a:endParaRPr sz="9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day3/agent.py</a:t>
                      </a:r>
                      <a:endParaRPr lang="ko-KR" altLang="en-US" sz="9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day3/impl/agent.py</a:t>
                      </a:r>
                      <a:endParaRPr lang="ko-KR" altLang="en-US" sz="9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1" u="none" strike="noStrike" cap="none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day3/impl/fetchers.py</a:t>
                      </a:r>
                      <a:endParaRPr lang="ko-KR" altLang="en-US" sz="9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9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404218"/>
                  </a:ext>
                </a:extLst>
              </a:tr>
              <a:tr h="613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송경민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DAY3-I-02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DAY3-F-01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415464"/>
                  </a:ext>
                </a:extLst>
              </a:tr>
              <a:tr h="613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김보란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DAY3-I-03</a:t>
                      </a:r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DAY3-F-01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450992"/>
                  </a:ext>
                </a:extLst>
              </a:tr>
              <a:tr h="613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이희주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DAY3-I-01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DAY3-F-02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942404"/>
                  </a:ext>
                </a:extLst>
              </a:tr>
              <a:tr h="613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이예린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DAY3-I-03</a:t>
                      </a:r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DAY3-F-02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09387"/>
                  </a:ext>
                </a:extLst>
              </a:tr>
              <a:tr h="613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김동균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DAY3-I-02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DAY3-F-03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29895"/>
                  </a:ext>
                </a:extLst>
              </a:tr>
              <a:tr h="613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이제이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DAY3-I-03</a:t>
                      </a:r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DAY3-F-03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750911"/>
                  </a:ext>
                </a:extLst>
              </a:tr>
              <a:tr h="613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유명석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DAY3-I-02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DAY3-F-04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598204"/>
                  </a:ext>
                </a:extLst>
              </a:tr>
              <a:tr h="613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안예은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DAY3-A-04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cap="none" baseline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DAY3-I-03</a:t>
                      </a:r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DAY3-F-04</a:t>
                      </a:r>
                    </a:p>
                    <a:p>
                      <a:pPr latinLnBrk="1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095922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2D610900-F273-4F5F-882A-E391092FFB4B}"/>
              </a:ext>
            </a:extLst>
          </p:cNvPr>
          <p:cNvSpPr/>
          <p:nvPr/>
        </p:nvSpPr>
        <p:spPr>
          <a:xfrm>
            <a:off x="190501" y="46840"/>
            <a:ext cx="34115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3200" b="1" dirty="0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조별 </a:t>
            </a:r>
            <a:r>
              <a:rPr lang="en-US" altLang="ko-KR" sz="3200" b="1" dirty="0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R&amp;R </a:t>
            </a:r>
            <a:r>
              <a:rPr lang="ko-KR" altLang="en-US" sz="3200" b="1" dirty="0">
                <a:solidFill>
                  <a:schemeClr val="lt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Malgun Gothic"/>
                <a:sym typeface="Malgun Gothic"/>
              </a:rPr>
              <a:t>정의서</a:t>
            </a:r>
            <a:endParaRPr lang="ko-KR" altLang="en-US" sz="3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0470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rif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2.1" id="{19F6FF4A-BFB8-D448-81DB-A8F1C71F8E46}" vid="{CDCDF023-17A4-CF46-89DD-D6386F64A917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0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E98925-1B52-40E8-90DB-427BCBF57685}">
  <we:reference id="wa200005566" version="3.0.0.2" store="ko-K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1c0590-6dca-494c-8053-f39a68b7670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BB098EF80E0B447B0EA4F3F946CF6F5" ma:contentTypeVersion="9" ma:contentTypeDescription="새 문서를 만듭니다." ma:contentTypeScope="" ma:versionID="eb01e04b879e8e37330e7f523055feb4">
  <xsd:schema xmlns:xsd="http://www.w3.org/2001/XMLSchema" xmlns:xs="http://www.w3.org/2001/XMLSchema" xmlns:p="http://schemas.microsoft.com/office/2006/metadata/properties" xmlns:ns2="e21c0590-6dca-494c-8053-f39a68b7670d" targetNamespace="http://schemas.microsoft.com/office/2006/metadata/properties" ma:root="true" ma:fieldsID="ca69e4c3af724f4be7e90e3be63be692" ns2:_="">
    <xsd:import namespace="e21c0590-6dca-494c-8053-f39a68b767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1c0590-6dca-494c-8053-f39a68b767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FF8634-C65F-4239-B307-32F326B70B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DDAEA7-6F07-4B91-8E94-7A2C2EDA0893}">
  <ds:schemaRefs>
    <ds:schemaRef ds:uri="a25708a8-5738-4c69-ab3a-fadbe80ea5bf"/>
    <ds:schemaRef ds:uri="cc9465b0-4172-4494-8cc0-30e8ae8040c2"/>
    <ds:schemaRef ds:uri="e21c0590-6dca-494c-8053-f39a68b767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0054630-D5EE-46DA-B76B-61821A6BB9FE}">
  <ds:schemaRefs>
    <ds:schemaRef ds:uri="e21c0590-6dca-494c-8053-f39a68b767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6c9ec09-8430-4a99-bf15-242bc089b409}" enabled="0" method="" siteId="{e6c9ec09-8430-4a99-bf15-242bc089b40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248</Words>
  <Application>Microsoft Office PowerPoint</Application>
  <PresentationFormat>와이드스크린</PresentationFormat>
  <Paragraphs>156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나눔스퀘어 Bold</vt:lpstr>
      <vt:lpstr>나눔스퀘어 ExtraBold</vt:lpstr>
      <vt:lpstr>Malgun Gothic</vt:lpstr>
      <vt:lpstr>Malgun Gothic</vt:lpstr>
      <vt:lpstr>Arial</vt:lpstr>
      <vt:lpstr>Calibri</vt:lpstr>
      <vt:lpstr>Roboto</vt:lpstr>
      <vt:lpstr>Office 테마</vt:lpstr>
      <vt:lpstr>Drift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최혜민(육성기획팀)</dc:creator>
  <cp:lastModifiedBy>송경민</cp:lastModifiedBy>
  <cp:revision>7</cp:revision>
  <dcterms:created xsi:type="dcterms:W3CDTF">2022-11-28T04:55:46Z</dcterms:created>
  <dcterms:modified xsi:type="dcterms:W3CDTF">2025-11-12T00:17:06Z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0x010100FBB098EF80E0B447B0EA4F3F946CF6F5</vt:lpwstr>
  </property>
  <property fmtid="{D5CDD505-2E9C-101B-9397-08002B2CF9AE}" pid="3" name="MSIP_Label_b367c47c-7c04-4ffb-b460-0af27cc1564d_SiteId">
    <vt:lpwstr>e6c9ec09-8430-4a99-bf15-242bc089b409</vt:lpwstr>
  </property>
  <property fmtid="{D5CDD505-2E9C-101B-9397-08002B2CF9AE}" pid="4" name="MSIP_Label_b367c47c-7c04-4ffb-b460-0af27cc1564d_SetDate">
    <vt:lpwstr>2025-06-09T05:42:40Z</vt:lpwstr>
  </property>
  <property fmtid="{D5CDD505-2E9C-101B-9397-08002B2CF9AE}" pid="5" name="MSIP_Label_b367c47c-7c04-4ffb-b460-0af27cc1564d_Name">
    <vt:lpwstr>KT</vt:lpwstr>
  </property>
  <property fmtid="{D5CDD505-2E9C-101B-9397-08002B2CF9AE}" pid="6" name="MSIP_Label_b367c47c-7c04-4ffb-b460-0af27cc1564d_Method">
    <vt:lpwstr>Privileged</vt:lpwstr>
  </property>
  <property fmtid="{D5CDD505-2E9C-101B-9397-08002B2CF9AE}" pid="7" name="MSIP_Label_b367c47c-7c04-4ffb-b460-0af27cc1564d_Enabled">
    <vt:lpwstr>true</vt:lpwstr>
  </property>
  <property fmtid="{D5CDD505-2E9C-101B-9397-08002B2CF9AE}" pid="8" name="MSIP_Label_b367c47c-7c04-4ffb-b460-0af27cc1564d_ContentBits">
    <vt:lpwstr>8</vt:lpwstr>
  </property>
  <property fmtid="{D5CDD505-2E9C-101B-9397-08002B2CF9AE}" pid="9" name="MediaServiceImageTags">
    <vt:lpwstr/>
  </property>
</Properties>
</file>